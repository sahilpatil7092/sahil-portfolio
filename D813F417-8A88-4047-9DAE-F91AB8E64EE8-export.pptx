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handoutMasterIdLst>
    <p:handoutMasterId r:id="rId7"/>
  </p:handoutMasterIdLst>
  <p:sldIdLst>
    <p:sldId id="264" r:id="rId5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D9D8"/>
    <a:srgbClr val="6000C9"/>
    <a:srgbClr val="00B0F0"/>
    <a:srgbClr val="5EBAB8"/>
    <a:srgbClr val="84CAC8"/>
    <a:srgbClr val="8ECECC"/>
    <a:srgbClr val="56B6B4"/>
    <a:srgbClr val="3D8D8B"/>
    <a:srgbClr val="7235B8"/>
    <a:srgbClr val="007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7" autoAdjust="0"/>
  </p:normalViewPr>
  <p:slideViewPr>
    <p:cSldViewPr snapToGrid="0" snapToObjects="1" showGuides="1">
      <p:cViewPr>
        <p:scale>
          <a:sx n="100" d="100"/>
          <a:sy n="100" d="100"/>
        </p:scale>
        <p:origin x="1694" y="5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60" d="100"/>
          <a:sy n="60" d="100"/>
        </p:scale>
        <p:origin x="2424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microsoft.com/office/2018/10/relationships/authors" Target="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BD6D3A-6FF1-3245-8C0C-0CDAD9137D3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41029F-5AC1-4540-B209-199E706F7F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3396E7-87BF-864A-BE04-A221C272D6E1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24ECBB-A41A-8545-BE90-99EEEFFE585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882C71-B8E6-9B4A-85BE-BA104C2C46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C17898-3A10-CF44-A552-3280948685A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2521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BDC7F0-27B3-48E7-9288-964E7EEDAEE4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0E8996-8344-4FE8-B696-CB62494C532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590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6BBED-2812-9D83-C182-30874D8039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1948" y="647383"/>
            <a:ext cx="3018471" cy="1766887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7000" b="1" spc="-100" baseline="0">
                <a:latin typeface="+mj-lt"/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639C166-D01E-0A4F-581C-99E7A645DD6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42995" y="1389003"/>
            <a:ext cx="2286000" cy="1102486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20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6E156A3-D678-E5C6-7D85-441D6A9110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51155" y="2879725"/>
            <a:ext cx="2907792" cy="45783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18076198-E52C-0739-9287-05FA9B7175B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1155" y="3596917"/>
            <a:ext cx="2907792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C10BE62-DE01-CD31-023E-EA4303EE03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1155" y="3848556"/>
            <a:ext cx="2907792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00289A40-1E32-1120-13FA-43D6E3BB66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1155" y="4061736"/>
            <a:ext cx="2907792" cy="803633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B9B1E376-88A4-C621-AFFD-EB35FB7D9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1155" y="5120917"/>
            <a:ext cx="2907792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06E4A675-F4FF-23BD-1294-57EAC542F03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1155" y="5353506"/>
            <a:ext cx="2907792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6611741B-0238-25D4-9F73-3068B6E157E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51155" y="5559066"/>
            <a:ext cx="2907792" cy="103614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4A48C80F-7500-0132-7EDF-54D5EB6A833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51155" y="6907807"/>
            <a:ext cx="2907792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4CF6126E-66A7-8A04-BBB3-9C96C0EA074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1155" y="7148016"/>
            <a:ext cx="2907792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05FCD25D-46F8-34AD-3C21-8F4F1FF1DFF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1155" y="7365006"/>
            <a:ext cx="2907792" cy="1036142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1000" b="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E4A56B1-6CDE-721A-9F34-164692D9A8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42995" y="2887345"/>
            <a:ext cx="2286000" cy="45783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632BB1D-3947-B1AF-4D94-D006885FE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58161" y="3604491"/>
            <a:ext cx="616459" cy="6164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AC71639A-802C-10EA-3196-C4E2CBE9CB7A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810000" y="3651045"/>
            <a:ext cx="498475" cy="532970"/>
          </a:xfrm>
        </p:spPr>
        <p:txBody>
          <a:bodyPr anchor="ctr">
            <a:normAutofit/>
          </a:bodyPr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6167709B-B855-39B4-334B-5C06D6F0D21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41508" y="3612157"/>
            <a:ext cx="2317432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44D587BD-F4C0-3352-BAD1-8EFA7404A0A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45318" y="3810456"/>
            <a:ext cx="2317432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5BBF1F78-422D-AF42-30D8-8124A9494F6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442460" y="4008316"/>
            <a:ext cx="2183130" cy="198478"/>
          </a:xfrm>
        </p:spPr>
        <p:txBody>
          <a:bodyPr>
            <a:noAutofit/>
          </a:bodyPr>
          <a:lstStyle>
            <a:lvl1pPr marL="0" indent="0">
              <a:buNone/>
              <a:defRPr sz="1000" b="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9C73103-A0FE-2FAC-90A7-1091A98959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50615" y="5104765"/>
            <a:ext cx="2286000" cy="457835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+mj-lt"/>
              </a:defRPr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subtitle here</a:t>
            </a: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57B3CC9-7860-E668-7538-BBC96D29B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48603" y="5868821"/>
            <a:ext cx="616459" cy="6164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71439350-94DF-1BA7-4358-59D401DCC2D5}"/>
              </a:ext>
            </a:extLst>
          </p:cNvPr>
          <p:cNvSpPr>
            <a:spLocks noGrp="1" noChangeAspect="1"/>
          </p:cNvSpPr>
          <p:nvPr>
            <p:ph type="pic" sz="quarter" idx="38"/>
          </p:nvPr>
        </p:nvSpPr>
        <p:spPr>
          <a:xfrm>
            <a:off x="3825240" y="5985957"/>
            <a:ext cx="457200" cy="411271"/>
          </a:xfrm>
        </p:spPr>
        <p:txBody>
          <a:bodyPr anchor="ctr">
            <a:normAutofit/>
          </a:bodyPr>
          <a:lstStyle>
            <a:lvl1pPr marL="0" indent="0" algn="ctr">
              <a:buNone/>
              <a:defRPr sz="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3BB9BAE4-7F8A-4644-7E7F-8F74D0C900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26268" y="5867758"/>
            <a:ext cx="2286000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97AF569-3A7A-8C65-587C-272F7373524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2458" y="6065878"/>
            <a:ext cx="2286000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2FCA1A24-15AE-BB7B-7B73-EFE2B782A9D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68" y="6256378"/>
            <a:ext cx="2286000" cy="198478"/>
          </a:xfrm>
        </p:spPr>
        <p:txBody>
          <a:bodyPr>
            <a:noAutofit/>
          </a:bodyPr>
          <a:lstStyle>
            <a:lvl1pPr marL="0" indent="0">
              <a:buNone/>
              <a:defRPr sz="1000" b="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D15CBF0-6728-A9DF-7A0B-873EF59ABE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48603" y="6746446"/>
            <a:ext cx="616459" cy="6164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13" name="Picture Placeholder 3">
            <a:extLst>
              <a:ext uri="{FF2B5EF4-FFF2-40B4-BE49-F238E27FC236}">
                <a16:creationId xmlns:a16="http://schemas.microsoft.com/office/drawing/2014/main" id="{635CB314-10F2-91CA-3BD1-D20D6FB7289F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3848099" y="6869347"/>
            <a:ext cx="421239" cy="386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697BB61A-43CE-B551-60B2-AA9AD9744A8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14838" y="6824068"/>
            <a:ext cx="2286000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93591050-5318-EF26-EC1B-59360DA3A4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18648" y="7014568"/>
            <a:ext cx="2286000" cy="198478"/>
          </a:xfrm>
        </p:spPr>
        <p:txBody>
          <a:bodyPr>
            <a:noAutofit/>
          </a:bodyPr>
          <a:lstStyle>
            <a:lvl1pPr marL="0" indent="0">
              <a:buNone/>
              <a:defRPr sz="1000" b="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8EC9CDD-C9FF-1105-F4B2-EE3AD6336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748603" y="7624071"/>
            <a:ext cx="616459" cy="616459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E0AE9BCC-92A4-A125-F194-C8C20E86FF6D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863341" y="7742152"/>
            <a:ext cx="384048" cy="384048"/>
          </a:xfrm>
        </p:spPr>
        <p:txBody>
          <a:bodyPr anchor="ctr">
            <a:normAutofit/>
          </a:bodyPr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39B415F6-8656-295D-9CB6-8F63A9C1819C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68" y="7544158"/>
            <a:ext cx="2286000" cy="198478"/>
          </a:xfrm>
        </p:spPr>
        <p:txBody>
          <a:bodyPr>
            <a:noAutofit/>
          </a:bodyPr>
          <a:lstStyle>
            <a:lvl1pPr marL="0" indent="0">
              <a:buNone/>
              <a:defRPr sz="1000" b="1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1B85DBD0-12C8-9B1B-6D2B-8490C1A33BC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30078" y="7814668"/>
            <a:ext cx="2286000" cy="742690"/>
          </a:xfrm>
        </p:spPr>
        <p:txBody>
          <a:bodyPr>
            <a:noAutofit/>
          </a:bodyPr>
          <a:lstStyle>
            <a:lvl1pPr marL="171450" indent="-171450">
              <a:lnSpc>
                <a:spcPts val="500"/>
              </a:lnSpc>
              <a:spcBef>
                <a:spcPts val="750"/>
              </a:spcBef>
              <a:buFont typeface="Wingdings" panose="05000000000000000000" pitchFamily="2" charset="2"/>
              <a:buChar char="§"/>
              <a:defRPr sz="1000" b="0"/>
            </a:lvl1pPr>
            <a:lvl2pPr marL="342900" indent="0">
              <a:buNone/>
              <a:defRPr sz="1400"/>
            </a:lvl2pPr>
            <a:lvl3pPr marL="685800" indent="0">
              <a:buNone/>
              <a:defRPr sz="1400"/>
            </a:lvl3pPr>
            <a:lvl4pPr marL="1028700" indent="0">
              <a:buNone/>
              <a:defRPr sz="1400"/>
            </a:lvl4pPr>
            <a:lvl5pPr marL="1371600" indent="0">
              <a:buNone/>
              <a:defRPr sz="1400"/>
            </a:lvl5pPr>
          </a:lstStyle>
          <a:p>
            <a:pPr lvl="0"/>
            <a:r>
              <a:rPr lang="en-US" dirty="0"/>
              <a:t>Add text here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C70D903-79F5-73D0-FF74-914B7D008F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580611"/>
            <a:ext cx="6301250" cy="0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E4EADA-DD43-5D15-4B7A-2272FF53B8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71671" y="4695508"/>
            <a:ext cx="3284360" cy="0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7909839-7B3B-677E-44E2-0992FB089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571671" y="1099268"/>
            <a:ext cx="3284360" cy="0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EE29951-05B3-6E1E-6E07-AFCB9E96B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85257" y="8729873"/>
            <a:ext cx="6470774" cy="0"/>
          </a:xfrm>
          <a:prstGeom prst="line">
            <a:avLst/>
          </a:prstGeom>
          <a:ln w="635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35277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25802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925E6A-A4DD-25C5-5AED-1779BDA49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487363"/>
            <a:ext cx="5915025" cy="1766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B9A014-4619-47E3-1FF5-2365F98472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433638"/>
            <a:ext cx="5915025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1303B1-9FF6-753F-D87F-7BE6E3BF52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8475663"/>
            <a:ext cx="154305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353A03-D91A-4A48-9084-119DA6FB46A9}" type="datetimeFigureOut">
              <a:rPr lang="en-US" smtClean="0"/>
              <a:t>3/9/2026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CD624-B13A-5613-92A4-47661EFDC6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8475663"/>
            <a:ext cx="1543050" cy="485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F4AA0C-7121-4AAC-9837-8F2E4B6F18C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918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3" r:id="rId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211F-ECF7-5F66-03BA-C65919A1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287" y="1942225"/>
            <a:ext cx="3018471" cy="358457"/>
          </a:xfrm>
        </p:spPr>
        <p:txBody>
          <a:bodyPr/>
          <a:lstStyle/>
          <a:p>
            <a:r>
              <a:rPr lang="en-US" sz="2200" dirty="0"/>
              <a:t>Sahil Patil</a:t>
            </a:r>
            <a:br>
              <a:rPr lang="en-US" sz="2200" dirty="0"/>
            </a:br>
            <a:br>
              <a:rPr lang="en-US" sz="1200" dirty="0"/>
            </a:br>
            <a:endParaRPr lang="en-US" sz="1200" dirty="0"/>
          </a:p>
        </p:txBody>
      </p:sp>
      <p:sp>
        <p:nvSpPr>
          <p:cNvPr id="112" name="Text Placeholder 111">
            <a:extLst>
              <a:ext uri="{FF2B5EF4-FFF2-40B4-BE49-F238E27FC236}">
                <a16:creationId xmlns:a16="http://schemas.microsoft.com/office/drawing/2014/main" id="{2FA8746B-5610-0671-E4C1-0BB6164A61D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1694" y="4552036"/>
            <a:ext cx="2907792" cy="457835"/>
          </a:xfrm>
        </p:spPr>
        <p:txBody>
          <a:bodyPr/>
          <a:lstStyle/>
          <a:p>
            <a:r>
              <a:rPr lang="en-US" dirty="0"/>
              <a:t>Experience</a:t>
            </a:r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AE0B8EEC-DDF0-C92C-3A64-E6AB66E4AE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51155" y="4873494"/>
            <a:ext cx="2907792" cy="803633"/>
          </a:xfrm>
        </p:spPr>
        <p:txBody>
          <a:bodyPr/>
          <a:lstStyle/>
          <a:p>
            <a:r>
              <a:rPr lang="en-US" dirty="0"/>
              <a:t>Student Data Analysis Project – Analyzed datasets using Excel and Python and created charts for insights.</a:t>
            </a:r>
            <a:br>
              <a:rPr lang="en-US" dirty="0"/>
            </a:br>
            <a:r>
              <a:rPr lang="en-US" dirty="0"/>
              <a:t>Machine Learning Mini Project – Built a basic prediction model using Python and applied preprocessing techniques.</a:t>
            </a:r>
          </a:p>
        </p:txBody>
      </p:sp>
      <p:sp>
        <p:nvSpPr>
          <p:cNvPr id="261" name="Text Placeholder 260">
            <a:extLst>
              <a:ext uri="{FF2B5EF4-FFF2-40B4-BE49-F238E27FC236}">
                <a16:creationId xmlns:a16="http://schemas.microsoft.com/office/drawing/2014/main" id="{6E35E85A-D147-CE8C-53A0-EDE65E8463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77604" y="6923307"/>
            <a:ext cx="2907792" cy="1036142"/>
          </a:xfrm>
        </p:spPr>
        <p:txBody>
          <a:bodyPr/>
          <a:lstStyle/>
          <a:p>
            <a:r>
              <a:rPr lang="en-US" dirty="0"/>
              <a:t>Problem Solving, Analytical Thinking, Teamwork, Communication, Time Management</a:t>
            </a:r>
          </a:p>
        </p:txBody>
      </p:sp>
      <p:sp>
        <p:nvSpPr>
          <p:cNvPr id="113" name="Text Placeholder 112">
            <a:extLst>
              <a:ext uri="{FF2B5EF4-FFF2-40B4-BE49-F238E27FC236}">
                <a16:creationId xmlns:a16="http://schemas.microsoft.com/office/drawing/2014/main" id="{2C23B549-F2D4-3094-63E3-059A1B8FCE6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Education</a:t>
            </a:r>
          </a:p>
        </p:txBody>
      </p:sp>
      <p:pic>
        <p:nvPicPr>
          <p:cNvPr id="405" name="Picture Placeholder 404" descr="Graduation cap outline">
            <a:extLst>
              <a:ext uri="{FF2B5EF4-FFF2-40B4-BE49-F238E27FC236}">
                <a16:creationId xmlns:a16="http://schemas.microsoft.com/office/drawing/2014/main" id="{3E0D4C3F-F3AB-DFEC-8A53-CE33287079E8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274" r="3274"/>
          <a:stretch>
            <a:fillRect/>
          </a:stretch>
        </p:blipFill>
        <p:spPr/>
      </p:pic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1D7BA16-7BEC-1193-2EBF-65384035A1A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473893" y="3678197"/>
            <a:ext cx="2183130" cy="198478"/>
          </a:xfrm>
        </p:spPr>
        <p:txBody>
          <a:bodyPr/>
          <a:lstStyle/>
          <a:p>
            <a:r>
              <a:rPr lang="en-US" dirty="0"/>
              <a:t>BCA – Artificial Intelligence &amp; Machine Learning (3rd Year)</a:t>
            </a:r>
            <a:br>
              <a:rPr lang="en-US" dirty="0"/>
            </a:br>
            <a:r>
              <a:rPr lang="en-US" dirty="0"/>
              <a:t>Ajeenkya DY Patil University, Pune</a:t>
            </a:r>
          </a:p>
        </p:txBody>
      </p:sp>
      <p:sp>
        <p:nvSpPr>
          <p:cNvPr id="114" name="Text Placeholder 113">
            <a:extLst>
              <a:ext uri="{FF2B5EF4-FFF2-40B4-BE49-F238E27FC236}">
                <a16:creationId xmlns:a16="http://schemas.microsoft.com/office/drawing/2014/main" id="{BD419935-D4AC-D726-4743-09E7673A7B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Skills</a:t>
            </a:r>
          </a:p>
        </p:txBody>
      </p:sp>
      <p:pic>
        <p:nvPicPr>
          <p:cNvPr id="407" name="Picture Placeholder 406" descr="Speech outline">
            <a:extLst>
              <a:ext uri="{FF2B5EF4-FFF2-40B4-BE49-F238E27FC236}">
                <a16:creationId xmlns:a16="http://schemas.microsoft.com/office/drawing/2014/main" id="{8DD4CE34-C7D1-901E-9196-34EDAE67F9AA}"/>
              </a:ext>
            </a:extLst>
          </p:cNvPr>
          <p:cNvPicPr>
            <a:picLocks noGrp="1" noChangeAspect="1"/>
          </p:cNvPicPr>
          <p:nvPr>
            <p:ph type="pic" sz="quarter" idx="38"/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5035" b="5035"/>
          <a:stretch>
            <a:fillRect/>
          </a:stretch>
        </p:blipFill>
        <p:spPr/>
      </p:pic>
      <p:sp>
        <p:nvSpPr>
          <p:cNvPr id="312" name="Text Placeholder 311">
            <a:extLst>
              <a:ext uri="{FF2B5EF4-FFF2-40B4-BE49-F238E27FC236}">
                <a16:creationId xmlns:a16="http://schemas.microsoft.com/office/drawing/2014/main" id="{1A610E19-20D7-57C2-5F6B-2AB1CD7466D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477068" y="5893712"/>
            <a:ext cx="2286000" cy="198478"/>
          </a:xfrm>
        </p:spPr>
        <p:txBody>
          <a:bodyPr/>
          <a:lstStyle/>
          <a:p>
            <a:r>
              <a:rPr lang="en-US" dirty="0"/>
              <a:t>Python, Basic Machine Learning, Data Analysis, SQL, Excel, Power BI (Basic), HTML, CSS, JavaScript, Data Visualization</a:t>
            </a:r>
          </a:p>
          <a:p>
            <a:pPr lvl="0"/>
            <a:endParaRPr lang="en-US" noProof="0" dirty="0"/>
          </a:p>
        </p:txBody>
      </p:sp>
      <p:pic>
        <p:nvPicPr>
          <p:cNvPr id="408" name="Picture Placeholder 407" descr="Laptop with solid fill">
            <a:extLst>
              <a:ext uri="{FF2B5EF4-FFF2-40B4-BE49-F238E27FC236}">
                <a16:creationId xmlns:a16="http://schemas.microsoft.com/office/drawing/2014/main" id="{1C1D3B09-CF8B-7BAD-643C-23D389685C91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t="3962" b="3962"/>
          <a:stretch>
            <a:fillRect/>
          </a:stretch>
        </p:blipFill>
        <p:spPr/>
      </p:pic>
      <p:sp>
        <p:nvSpPr>
          <p:cNvPr id="313" name="Text Placeholder 312">
            <a:extLst>
              <a:ext uri="{FF2B5EF4-FFF2-40B4-BE49-F238E27FC236}">
                <a16:creationId xmlns:a16="http://schemas.microsoft.com/office/drawing/2014/main" id="{3B97F31B-EB05-6B12-8185-54486F9F768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pPr lvl="0"/>
            <a:r>
              <a:rPr lang="en-US" noProof="0" dirty="0"/>
              <a:t>Programs</a:t>
            </a:r>
          </a:p>
        </p:txBody>
      </p:sp>
      <p:sp>
        <p:nvSpPr>
          <p:cNvPr id="314" name="Text Placeholder 313">
            <a:extLst>
              <a:ext uri="{FF2B5EF4-FFF2-40B4-BE49-F238E27FC236}">
                <a16:creationId xmlns:a16="http://schemas.microsoft.com/office/drawing/2014/main" id="{B86D92AC-26A2-E331-FB1A-A27CE15E284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pPr lvl="0"/>
            <a:r>
              <a:rPr lang="en-US" noProof="0" dirty="0"/>
              <a:t>Word, Excel, PowerPoint</a:t>
            </a:r>
          </a:p>
        </p:txBody>
      </p:sp>
      <p:pic>
        <p:nvPicPr>
          <p:cNvPr id="664" name="Picture Placeholder 408" descr="Briefcase outline">
            <a:extLst>
              <a:ext uri="{FF2B5EF4-FFF2-40B4-BE49-F238E27FC236}">
                <a16:creationId xmlns:a16="http://schemas.microsoft.com/office/drawing/2014/main" id="{A99722E0-ED5A-5EBA-4E17-D12061EA6D90}"/>
              </a:ext>
            </a:extLst>
          </p:cNvPr>
          <p:cNvPicPr>
            <a:picLocks noGrp="1" noChangeAspect="1"/>
          </p:cNvPicPr>
          <p:nvPr>
            <p:ph type="pic" sz="quarter" idx="40"/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>
            <a:fillRect/>
          </a:stretch>
        </p:blipFill>
        <p:spPr/>
      </p:pic>
      <p:sp>
        <p:nvSpPr>
          <p:cNvPr id="315" name="Text Placeholder 314">
            <a:extLst>
              <a:ext uri="{FF2B5EF4-FFF2-40B4-BE49-F238E27FC236}">
                <a16:creationId xmlns:a16="http://schemas.microsoft.com/office/drawing/2014/main" id="{B25BB44C-543C-6124-E09D-2136B9241905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r>
              <a:rPr lang="en-US" dirty="0"/>
              <a:t>Roles</a:t>
            </a:r>
          </a:p>
        </p:txBody>
      </p:sp>
      <p:sp>
        <p:nvSpPr>
          <p:cNvPr id="316" name="Text Placeholder 315">
            <a:extLst>
              <a:ext uri="{FF2B5EF4-FFF2-40B4-BE49-F238E27FC236}">
                <a16:creationId xmlns:a16="http://schemas.microsoft.com/office/drawing/2014/main" id="{01FFF5E4-3DB0-48D9-650F-CAB06597730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pPr lvl="0"/>
            <a:r>
              <a:rPr lang="en-US" noProof="0" dirty="0"/>
              <a:t>Data Analyst</a:t>
            </a:r>
            <a:endParaRPr lang="en-US" dirty="0"/>
          </a:p>
          <a:p>
            <a:pPr lvl="0"/>
            <a:r>
              <a:rPr lang="en-US" noProof="0" dirty="0"/>
              <a:t>AI/ML Research Assistant</a:t>
            </a:r>
          </a:p>
          <a:p>
            <a:pPr lvl="0"/>
            <a:r>
              <a:rPr lang="en-US" dirty="0"/>
              <a:t>Python Developer</a:t>
            </a:r>
            <a:endParaRPr lang="en-US" noProof="0" dirty="0"/>
          </a:p>
        </p:txBody>
      </p:sp>
      <p:sp>
        <p:nvSpPr>
          <p:cNvPr id="15" name="Text Placeholder 111">
            <a:extLst>
              <a:ext uri="{FF2B5EF4-FFF2-40B4-BE49-F238E27FC236}">
                <a16:creationId xmlns:a16="http://schemas.microsoft.com/office/drawing/2014/main" id="{A05F15FF-6CB8-801C-B4BE-7BC9C662800E}"/>
              </a:ext>
            </a:extLst>
          </p:cNvPr>
          <p:cNvSpPr txBox="1">
            <a:spLocks/>
          </p:cNvSpPr>
          <p:nvPr/>
        </p:nvSpPr>
        <p:spPr>
          <a:xfrm>
            <a:off x="342646" y="2817310"/>
            <a:ext cx="2907792" cy="457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Career Objective</a:t>
            </a:r>
          </a:p>
        </p:txBody>
      </p:sp>
      <p:sp>
        <p:nvSpPr>
          <p:cNvPr id="16" name="Text Placeholder 69">
            <a:extLst>
              <a:ext uri="{FF2B5EF4-FFF2-40B4-BE49-F238E27FC236}">
                <a16:creationId xmlns:a16="http://schemas.microsoft.com/office/drawing/2014/main" id="{03855A84-1843-16DD-C53D-047B2D6934DC}"/>
              </a:ext>
            </a:extLst>
          </p:cNvPr>
          <p:cNvSpPr txBox="1">
            <a:spLocks/>
          </p:cNvSpPr>
          <p:nvPr/>
        </p:nvSpPr>
        <p:spPr>
          <a:xfrm>
            <a:off x="397287" y="3276380"/>
            <a:ext cx="2907792" cy="8036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150000"/>
              </a:lnSpc>
              <a:spcBef>
                <a:spcPts val="750"/>
              </a:spcBef>
              <a:buFont typeface="Arial" panose="020B0604020202020204" pitchFamily="34" charset="0"/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BCA (Artificial Intelligence &amp; Machine Learning) student at Ajeenkya DY Patil University seeking opportunities to apply data analysis, programming, and machine learning skills in real-world projects.</a:t>
            </a:r>
          </a:p>
        </p:txBody>
      </p:sp>
      <p:sp>
        <p:nvSpPr>
          <p:cNvPr id="23" name="Text Placeholder 111">
            <a:extLst>
              <a:ext uri="{FF2B5EF4-FFF2-40B4-BE49-F238E27FC236}">
                <a16:creationId xmlns:a16="http://schemas.microsoft.com/office/drawing/2014/main" id="{7079E2E9-346C-09C8-ABD5-8E9F33950F36}"/>
              </a:ext>
            </a:extLst>
          </p:cNvPr>
          <p:cNvSpPr txBox="1">
            <a:spLocks/>
          </p:cNvSpPr>
          <p:nvPr/>
        </p:nvSpPr>
        <p:spPr>
          <a:xfrm>
            <a:off x="351155" y="6564711"/>
            <a:ext cx="2907792" cy="4578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Soft Skills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7D34B5-6160-6D15-FDC9-7C47CFF4C211}"/>
              </a:ext>
            </a:extLst>
          </p:cNvPr>
          <p:cNvSpPr txBox="1"/>
          <p:nvPr/>
        </p:nvSpPr>
        <p:spPr>
          <a:xfrm>
            <a:off x="2755583" y="1903183"/>
            <a:ext cx="343662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Pune, Maharashtra | +91-9665674980 | sahilllpatill13@email.com | LinkedIn: https://www.linkedin.com/in/sahil-patil-aa1543291/</a:t>
            </a:r>
          </a:p>
        </p:txBody>
      </p:sp>
    </p:spTree>
    <p:extLst>
      <p:ext uri="{BB962C8B-B14F-4D97-AF65-F5344CB8AC3E}">
        <p14:creationId xmlns:p14="http://schemas.microsoft.com/office/powerpoint/2010/main" val="2496079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40">
      <a:dk1>
        <a:sysClr val="windowText" lastClr="000000"/>
      </a:dk1>
      <a:lt1>
        <a:sysClr val="window" lastClr="FFFFFF"/>
      </a:lt1>
      <a:dk2>
        <a:srgbClr val="DCD8DC"/>
      </a:dk2>
      <a:lt2>
        <a:srgbClr val="373545"/>
      </a:lt2>
      <a:accent1>
        <a:srgbClr val="92D050"/>
      </a:accent1>
      <a:accent2>
        <a:srgbClr val="0070C0"/>
      </a:accent2>
      <a:accent3>
        <a:srgbClr val="00B0F0"/>
      </a:accent3>
      <a:accent4>
        <a:srgbClr val="6997AF"/>
      </a:accent4>
      <a:accent5>
        <a:srgbClr val="84ACB6"/>
      </a:accent5>
      <a:accent6>
        <a:srgbClr val="6F8183"/>
      </a:accent6>
      <a:hlink>
        <a:srgbClr val="69A020"/>
      </a:hlink>
      <a:folHlink>
        <a:srgbClr val="8C8C8C"/>
      </a:folHlink>
    </a:clrScheme>
    <a:fontScheme name="Custom 44">
      <a:majorFont>
        <a:latin typeface="Bodoni MT"/>
        <a:ea typeface=""/>
        <a:cs typeface=""/>
      </a:majorFont>
      <a:minorFont>
        <a:latin typeface="Gill Sans M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imple-perennial-resume_win32_SL_v9" id="{9A689B47-D4B9-4688-B9E1-DD58B5BC3BA0}" vid="{D5D5E7EE-07C0-4575-A6B1-704D51161F2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6" ma:contentTypeDescription="Create a new document." ma:contentTypeScope="" ma:versionID="ac37c1753acd5e330d2062ccec26ea66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340c7101c92c5120abd06486f9454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9C63E67-4629-4F2D-A5F9-9C136CF096D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CD98AAC-24B0-421A-9724-4AF19867923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D4E986-69AD-45F3-83CA-314051C873D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Simple perennial resume</Template>
  <TotalTime>35</TotalTime>
  <Words>176</Words>
  <Application>Microsoft Office PowerPoint</Application>
  <PresentationFormat>Letter Paper (8.5x11 in)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Bodoni MT</vt:lpstr>
      <vt:lpstr>Calibri</vt:lpstr>
      <vt:lpstr>Gill Sans MT</vt:lpstr>
      <vt:lpstr>Rockwell</vt:lpstr>
      <vt:lpstr>Wingdings</vt:lpstr>
      <vt:lpstr>Office Theme</vt:lpstr>
      <vt:lpstr>Sahil Patil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sahil patil</dc:creator>
  <cp:lastModifiedBy>sahil patil</cp:lastModifiedBy>
  <cp:revision>1</cp:revision>
  <dcterms:created xsi:type="dcterms:W3CDTF">2026-03-08T19:58:25Z</dcterms:created>
  <dcterms:modified xsi:type="dcterms:W3CDTF">2026-03-08T20:34:05Z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